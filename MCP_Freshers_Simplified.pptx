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4CA7-1AB9-E9AE-96D8-7FF8963D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71D20-7F74-FB90-1FA4-5FE6BC8C2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4ECE1-5D0B-6769-11AB-C7ACA2E24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A5388-14EE-1C3B-F343-DC22FC9F8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40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Made Simple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Context Protocol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way for AI apps to talk to tools, files, and services.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8974" y="1947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26680" y="4087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26680" y="436168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36019" y="9144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What MCP in one 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4206240" cy="1563624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933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 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is a standard that lets an AI app connect to tools and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data without custom wiring every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55871" y="1801368"/>
            <a:ext cx="4970576" cy="1627632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993392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Why it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9829" y="2286000"/>
            <a:ext cx="617873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standard, every app builds the same connections again and again.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-314325" y="3931920"/>
            <a:ext cx="4745043" cy="1325880"/>
          </a:xfrm>
          <a:prstGeom prst="roundRect">
            <a:avLst>
              <a:gd name="adj" fmla="val 6897"/>
            </a:avLst>
          </a:prstGeom>
          <a:solidFill>
            <a:srgbClr val="1F293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15" name="Text 13"/>
          <p:cNvSpPr/>
          <p:nvPr/>
        </p:nvSpPr>
        <p:spPr>
          <a:xfrm>
            <a:off x="2011680" y="427024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-1926151" y="404164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“Me after hearing ‘just make one connector for every app’”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6A05616-AF9E-ADE0-D9F6-DDCE451F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672" y="3877728"/>
            <a:ext cx="3436918" cy="2065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0808" y="-9144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933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cannot read your files or check your data unless something connects it first.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9933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Duplicate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app rebuilds the same connection again and again.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19933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to maintain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2860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one API changes, the custom connectors start breaking in different places.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03120" y="4498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477316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This is the pain point MCP is trying to remove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528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is like USB-C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39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USB-C works because the port is standard. MCP works the same way for AI tools.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does not need a custom cable for every service.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18745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0391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3317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connection pattern can be reused everywhere.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20240" y="4453128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4727448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this analogy early. Freshers usually remember it fastest.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5" y="22860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MCP 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standard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Anyone can read it, use it, and build on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gets the right data when the user asks, not from old guesses.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Vendor-neutral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works across apps and stacks instead of locking you to one company.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44988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47731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8318E-DE94-1B4D-4248-A50921E6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041902F-3BE3-67E4-0897-4F3C99398CF7}"/>
              </a:ext>
            </a:extLst>
          </p:cNvPr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07292D-3E45-421F-B7B2-9034F38CFEE7}"/>
              </a:ext>
            </a:extLst>
          </p:cNvPr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58F955-C08E-1E79-D362-6E8D10D805E7}"/>
              </a:ext>
            </a:extLst>
          </p:cNvPr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BD4782-69FB-68A2-850F-9FE312B002CA}"/>
              </a:ext>
            </a:extLst>
          </p:cNvPr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FD59E6-2FAA-A2DD-10CA-4EE6CC4505D4}"/>
              </a:ext>
            </a:extLst>
          </p:cNvPr>
          <p:cNvSpPr/>
          <p:nvPr/>
        </p:nvSpPr>
        <p:spPr>
          <a:xfrm>
            <a:off x="446004" y="1389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DF18E7-4E55-FBA8-B48A-D5EBCB087D82}"/>
              </a:ext>
            </a:extLst>
          </p:cNvPr>
          <p:cNvSpPr/>
          <p:nvPr/>
        </p:nvSpPr>
        <p:spPr>
          <a:xfrm>
            <a:off x="8686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3A6EE9-DBE7-F79C-A721-BAC9F38ECBE6}"/>
              </a:ext>
            </a:extLst>
          </p:cNvPr>
          <p:cNvSpPr/>
          <p:nvPr/>
        </p:nvSpPr>
        <p:spPr>
          <a:xfrm>
            <a:off x="86868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E6E7C7-ED1D-832D-9106-D32A6631BA22}"/>
              </a:ext>
            </a:extLst>
          </p:cNvPr>
          <p:cNvSpPr/>
          <p:nvPr/>
        </p:nvSpPr>
        <p:spPr>
          <a:xfrm>
            <a:off x="457200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B0A7FE8-7935-25B3-2120-1290E2644523}"/>
              </a:ext>
            </a:extLst>
          </p:cNvPr>
          <p:cNvSpPr/>
          <p:nvPr/>
        </p:nvSpPr>
        <p:spPr>
          <a:xfrm>
            <a:off x="457200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9E9F77-FA6C-0A27-B4F6-CFE51B970C38}"/>
              </a:ext>
            </a:extLst>
          </p:cNvPr>
          <p:cNvSpPr/>
          <p:nvPr/>
        </p:nvSpPr>
        <p:spPr>
          <a:xfrm>
            <a:off x="827532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4882740-3E16-100C-20B1-B878C0EE8375}"/>
              </a:ext>
            </a:extLst>
          </p:cNvPr>
          <p:cNvSpPr/>
          <p:nvPr/>
        </p:nvSpPr>
        <p:spPr>
          <a:xfrm>
            <a:off x="827532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F53A093-E51E-412C-4F41-4C3492130027}"/>
              </a:ext>
            </a:extLst>
          </p:cNvPr>
          <p:cNvSpPr/>
          <p:nvPr/>
        </p:nvSpPr>
        <p:spPr>
          <a:xfrm>
            <a:off x="2194560" y="44988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CE56E52-C484-FC84-B91E-D21D3DB74C84}"/>
              </a:ext>
            </a:extLst>
          </p:cNvPr>
          <p:cNvSpPr/>
          <p:nvPr/>
        </p:nvSpPr>
        <p:spPr>
          <a:xfrm>
            <a:off x="2194560" y="47731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023EB8-59AF-1790-ED4A-9AF3487AF7A8}"/>
              </a:ext>
            </a:extLst>
          </p:cNvPr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0E274F-8568-E426-85F0-4FB58256C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60" y="1742533"/>
            <a:ext cx="9748159" cy="380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0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fits together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134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the question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07792" y="2148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36392" y="23134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6392" y="2606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75504" y="2148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04104" y="23134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04104" y="2606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connector inside the 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43216" y="2148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71816" y="23134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71816" y="2606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tools and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10928" y="2148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39528" y="23134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39528" y="2606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system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17320" y="4297680"/>
            <a:ext cx="9326880" cy="11430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440740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468172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“Five pieces, one request, zero custom chaos.”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Without MCP vs with MCP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apps become much easier to wire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0391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Without MCP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app needs a direct connection to every service. That grows into a spaghetti graph very quickly.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87452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20391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MCP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3952" y="23317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app connects once. Each service is described once.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20240" y="4480560"/>
            <a:ext cx="8366760" cy="11430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590288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4864608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“The left side is chaos. The right side is peace”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Discover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asks what the server can 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39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sends a tools/list request to ask what is available.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39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returns names, descriptions, and inputs for each tool.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87452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1080" y="20391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233172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now knows what it can offer to the LLM.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11680" y="436168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463600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3688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Call the tool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real request happens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39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chooses a tool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picks the best tool based on the user request.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39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sends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sends a clean JSON-RPC call to the server.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87452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1080" y="20391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responds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233172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returns the result and the client gives it back to the app.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0" y="425196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36168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463600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“It is not magic. It is just a well behaved request/response loop.”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5" y="121205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5010912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limits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solves the wiring problem, not every risk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poisoning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bad server can describe a tool in a misleading way.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output can include hidden instructions if you are not careful.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should only be allowed to do what it really needs.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0" y="438912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4988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47731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“MCP is not a force field. It still needs good security.”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uses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 assistants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coding tools to files, terminals, and project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tools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AI to notes, documents, and searchable resources.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workflows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AI apps talk to services in a reusable way.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03120" y="4498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477316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784080" y="-365760"/>
            <a:ext cx="3200400" cy="3200400"/>
          </a:xfrm>
          <a:prstGeom prst="arc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4023360" cy="4023360"/>
          </a:xfrm>
          <a:prstGeom prst="arc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remember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391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needs access to tools and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0391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Fix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gives one standard connection pattern.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B3648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20391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Result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317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repeated work, cleaner integrations, easier scaling.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48840" y="449884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477316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A72586-AEFA-80CB-2952-C94638870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807208"/>
            <a:ext cx="11534503" cy="3465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649</Words>
  <Application>Microsoft Office PowerPoint</Application>
  <PresentationFormat>Widescreen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MCP Lecture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Made Simple</dc:title>
  <dc:subject>MCP for freshers</dc:subject>
  <dc:creator>GitHub Copilot</dc:creator>
  <cp:lastModifiedBy>Kevin Daniel</cp:lastModifiedBy>
  <cp:revision>5</cp:revision>
  <dcterms:created xsi:type="dcterms:W3CDTF">2026-08-05T11:41:09Z</dcterms:created>
  <dcterms:modified xsi:type="dcterms:W3CDTF">2026-08-05T12:12:04Z</dcterms:modified>
</cp:coreProperties>
</file>